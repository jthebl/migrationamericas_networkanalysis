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58" r:id="rId6"/>
    <p:sldId id="259" r:id="rId7"/>
    <p:sldId id="267" r:id="rId8"/>
    <p:sldId id="260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C9992-8EF1-4263-A52E-34F6B158495A}" v="52" dt="2024-12-11T20:36:37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33" autoAdjust="0"/>
  </p:normalViewPr>
  <p:slideViewPr>
    <p:cSldViewPr snapToGrid="0">
      <p:cViewPr varScale="1">
        <p:scale>
          <a:sx n="52" d="100"/>
          <a:sy n="52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l Jr, Joey" userId="c5ae7364-5cb2-426c-ac19-62ec6e728e93" providerId="ADAL" clId="{D5CC9992-8EF1-4263-A52E-34F6B158495A}"/>
    <pc:docChg chg="undo custSel addSld delSld modSld addMainMaster delMainMaster">
      <pc:chgData name="Hebl Jr, Joey" userId="c5ae7364-5cb2-426c-ac19-62ec6e728e93" providerId="ADAL" clId="{D5CC9992-8EF1-4263-A52E-34F6B158495A}" dt="2024-12-11T20:54:01.489" v="4721" actId="20577"/>
      <pc:docMkLst>
        <pc:docMk/>
      </pc:docMkLst>
      <pc:sldChg chg="addSp modSp new mod setBg modClrScheme chgLayout">
        <pc:chgData name="Hebl Jr, Joey" userId="c5ae7364-5cb2-426c-ac19-62ec6e728e93" providerId="ADAL" clId="{D5CC9992-8EF1-4263-A52E-34F6B158495A}" dt="2024-12-11T17:39:08.151" v="337" actId="207"/>
        <pc:sldMkLst>
          <pc:docMk/>
          <pc:sldMk cId="2303039914" sldId="256"/>
        </pc:sldMkLst>
        <pc:spChg chg="mod">
          <ac:chgData name="Hebl Jr, Joey" userId="c5ae7364-5cb2-426c-ac19-62ec6e728e93" providerId="ADAL" clId="{D5CC9992-8EF1-4263-A52E-34F6B158495A}" dt="2024-12-11T17:38:25.025" v="290" actId="120"/>
          <ac:spMkLst>
            <pc:docMk/>
            <pc:sldMk cId="2303039914" sldId="256"/>
            <ac:spMk id="2" creationId="{65FFDCF0-5E5E-B2E5-8C0D-00507E7FE530}"/>
          </ac:spMkLst>
        </pc:spChg>
        <pc:spChg chg="mod">
          <ac:chgData name="Hebl Jr, Joey" userId="c5ae7364-5cb2-426c-ac19-62ec6e728e93" providerId="ADAL" clId="{D5CC9992-8EF1-4263-A52E-34F6B158495A}" dt="2024-12-11T17:38:28.843" v="291" actId="120"/>
          <ac:spMkLst>
            <pc:docMk/>
            <pc:sldMk cId="2303039914" sldId="256"/>
            <ac:spMk id="3" creationId="{F644B113-0539-B7A6-A038-FC5659605DB3}"/>
          </ac:spMkLst>
        </pc:spChg>
        <pc:spChg chg="add mod">
          <ac:chgData name="Hebl Jr, Joey" userId="c5ae7364-5cb2-426c-ac19-62ec6e728e93" providerId="ADAL" clId="{D5CC9992-8EF1-4263-A52E-34F6B158495A}" dt="2024-12-11T17:39:08.151" v="337" actId="207"/>
          <ac:spMkLst>
            <pc:docMk/>
            <pc:sldMk cId="2303039914" sldId="256"/>
            <ac:spMk id="5" creationId="{B6483049-0561-E269-BA70-101062CEE90C}"/>
          </ac:spMkLst>
        </pc:spChg>
        <pc:spChg chg="add">
          <ac:chgData name="Hebl Jr, Joey" userId="c5ae7364-5cb2-426c-ac19-62ec6e728e93" providerId="ADAL" clId="{D5CC9992-8EF1-4263-A52E-34F6B158495A}" dt="2024-12-11T17:34:53.314" v="2" actId="26606"/>
          <ac:spMkLst>
            <pc:docMk/>
            <pc:sldMk cId="2303039914" sldId="256"/>
            <ac:spMk id="9" creationId="{A31384CA-BBDF-78EA-C1B6-7C26234E0B9A}"/>
          </ac:spMkLst>
        </pc:spChg>
        <pc:spChg chg="add">
          <ac:chgData name="Hebl Jr, Joey" userId="c5ae7364-5cb2-426c-ac19-62ec6e728e93" providerId="ADAL" clId="{D5CC9992-8EF1-4263-A52E-34F6B158495A}" dt="2024-12-11T17:34:53.314" v="2" actId="26606"/>
          <ac:spMkLst>
            <pc:docMk/>
            <pc:sldMk cId="2303039914" sldId="256"/>
            <ac:spMk id="11" creationId="{97081EE3-B6BE-9584-F5AF-E5F6484DA7A1}"/>
          </ac:spMkLst>
        </pc:spChg>
        <pc:spChg chg="add">
          <ac:chgData name="Hebl Jr, Joey" userId="c5ae7364-5cb2-426c-ac19-62ec6e728e93" providerId="ADAL" clId="{D5CC9992-8EF1-4263-A52E-34F6B158495A}" dt="2024-12-11T17:34:53.314" v="2" actId="26606"/>
          <ac:spMkLst>
            <pc:docMk/>
            <pc:sldMk cId="2303039914" sldId="256"/>
            <ac:spMk id="13" creationId="{41A03FE5-7938-1573-2D18-E168CC7C0ABF}"/>
          </ac:spMkLst>
        </pc:spChg>
        <pc:picChg chg="add mod">
          <ac:chgData name="Hebl Jr, Joey" userId="c5ae7364-5cb2-426c-ac19-62ec6e728e93" providerId="ADAL" clId="{D5CC9992-8EF1-4263-A52E-34F6B158495A}" dt="2024-12-11T17:36:18.101" v="207" actId="1076"/>
          <ac:picMkLst>
            <pc:docMk/>
            <pc:sldMk cId="2303039914" sldId="256"/>
            <ac:picMk id="4" creationId="{81AC0105-201C-6E3E-DE58-DE73D7431990}"/>
          </ac:picMkLst>
        </pc:picChg>
      </pc:sldChg>
      <pc:sldChg chg="addSp delSp modSp new mod modAnim modNotesTx">
        <pc:chgData name="Hebl Jr, Joey" userId="c5ae7364-5cb2-426c-ac19-62ec6e728e93" providerId="ADAL" clId="{D5CC9992-8EF1-4263-A52E-34F6B158495A}" dt="2024-12-11T20:30:16.976" v="4418"/>
        <pc:sldMkLst>
          <pc:docMk/>
          <pc:sldMk cId="1142289788" sldId="257"/>
        </pc:sldMkLst>
        <pc:spChg chg="mod">
          <ac:chgData name="Hebl Jr, Joey" userId="c5ae7364-5cb2-426c-ac19-62ec6e728e93" providerId="ADAL" clId="{D5CC9992-8EF1-4263-A52E-34F6B158495A}" dt="2024-12-11T17:39:18.903" v="346" actId="20577"/>
          <ac:spMkLst>
            <pc:docMk/>
            <pc:sldMk cId="1142289788" sldId="257"/>
            <ac:spMk id="2" creationId="{C99B7E9F-0C01-1242-F0B6-47F9F6283093}"/>
          </ac:spMkLst>
        </pc:spChg>
        <pc:spChg chg="del">
          <ac:chgData name="Hebl Jr, Joey" userId="c5ae7364-5cb2-426c-ac19-62ec6e728e93" providerId="ADAL" clId="{D5CC9992-8EF1-4263-A52E-34F6B158495A}" dt="2024-12-11T17:46:06.616" v="437"/>
          <ac:spMkLst>
            <pc:docMk/>
            <pc:sldMk cId="1142289788" sldId="257"/>
            <ac:spMk id="3" creationId="{E92C88A1-CE90-2F4E-0274-1AA746CE88D6}"/>
          </ac:spMkLst>
        </pc:spChg>
        <pc:spChg chg="add del mod">
          <ac:chgData name="Hebl Jr, Joey" userId="c5ae7364-5cb2-426c-ac19-62ec6e728e93" providerId="ADAL" clId="{D5CC9992-8EF1-4263-A52E-34F6B158495A}" dt="2024-12-11T17:53:16.111" v="629"/>
          <ac:spMkLst>
            <pc:docMk/>
            <pc:sldMk cId="1142289788" sldId="257"/>
            <ac:spMk id="6" creationId="{86C1276B-459E-BDAD-ECD5-589494E97DEF}"/>
          </ac:spMkLst>
        </pc:spChg>
        <pc:spChg chg="add mod">
          <ac:chgData name="Hebl Jr, Joey" userId="c5ae7364-5cb2-426c-ac19-62ec6e728e93" providerId="ADAL" clId="{D5CC9992-8EF1-4263-A52E-34F6B158495A}" dt="2024-12-11T17:59:05.762" v="740" actId="1076"/>
          <ac:spMkLst>
            <pc:docMk/>
            <pc:sldMk cId="1142289788" sldId="257"/>
            <ac:spMk id="12" creationId="{A6CE072B-0B92-E6B2-E0DE-D0850EAB7CC3}"/>
          </ac:spMkLst>
        </pc:spChg>
        <pc:spChg chg="add mod">
          <ac:chgData name="Hebl Jr, Joey" userId="c5ae7364-5cb2-426c-ac19-62ec6e728e93" providerId="ADAL" clId="{D5CC9992-8EF1-4263-A52E-34F6B158495A}" dt="2024-12-11T20:18:43.443" v="4276" actId="20577"/>
          <ac:spMkLst>
            <pc:docMk/>
            <pc:sldMk cId="1142289788" sldId="257"/>
            <ac:spMk id="17" creationId="{77E8EA2E-2323-13B2-9D7C-FEDD6DD9DB1A}"/>
          </ac:spMkLst>
        </pc:spChg>
        <pc:picChg chg="add del mod">
          <ac:chgData name="Hebl Jr, Joey" userId="c5ae7364-5cb2-426c-ac19-62ec6e728e93" providerId="ADAL" clId="{D5CC9992-8EF1-4263-A52E-34F6B158495A}" dt="2024-12-11T17:51:59.428" v="603" actId="478"/>
          <ac:picMkLst>
            <pc:docMk/>
            <pc:sldMk cId="1142289788" sldId="257"/>
            <ac:picMk id="4" creationId="{A949055A-606F-3E7C-74BA-FEB68CADDB76}"/>
          </ac:picMkLst>
        </pc:picChg>
        <pc:picChg chg="add del mod">
          <ac:chgData name="Hebl Jr, Joey" userId="c5ae7364-5cb2-426c-ac19-62ec6e728e93" providerId="ADAL" clId="{D5CC9992-8EF1-4263-A52E-34F6B158495A}" dt="2024-12-11T17:52:01.508" v="604" actId="478"/>
          <ac:picMkLst>
            <pc:docMk/>
            <pc:sldMk cId="1142289788" sldId="257"/>
            <ac:picMk id="5" creationId="{188D9733-73CE-4FE9-C3F1-4B74ADFEAB80}"/>
          </ac:picMkLst>
        </pc:picChg>
        <pc:picChg chg="add mod">
          <ac:chgData name="Hebl Jr, Joey" userId="c5ae7364-5cb2-426c-ac19-62ec6e728e93" providerId="ADAL" clId="{D5CC9992-8EF1-4263-A52E-34F6B158495A}" dt="2024-12-11T18:02:42.632" v="838" actId="1037"/>
          <ac:picMkLst>
            <pc:docMk/>
            <pc:sldMk cId="1142289788" sldId="257"/>
            <ac:picMk id="7" creationId="{5F55A2A7-7B7D-040B-EA9F-21ABACE5085F}"/>
          </ac:picMkLst>
        </pc:picChg>
        <pc:picChg chg="add del mod">
          <ac:chgData name="Hebl Jr, Joey" userId="c5ae7364-5cb2-426c-ac19-62ec6e728e93" providerId="ADAL" clId="{D5CC9992-8EF1-4263-A52E-34F6B158495A}" dt="2024-12-11T17:55:07.795" v="686" actId="478"/>
          <ac:picMkLst>
            <pc:docMk/>
            <pc:sldMk cId="1142289788" sldId="257"/>
            <ac:picMk id="8" creationId="{80C3190D-C833-1B80-5F4C-F91520C4FEC6}"/>
          </ac:picMkLst>
        </pc:picChg>
        <pc:picChg chg="add mod">
          <ac:chgData name="Hebl Jr, Joey" userId="c5ae7364-5cb2-426c-ac19-62ec6e728e93" providerId="ADAL" clId="{D5CC9992-8EF1-4263-A52E-34F6B158495A}" dt="2024-12-11T17:53:14.735" v="628"/>
          <ac:picMkLst>
            <pc:docMk/>
            <pc:sldMk cId="1142289788" sldId="257"/>
            <ac:picMk id="9" creationId="{3EE7DD7B-CBF4-7A82-89D4-D75FD976E77C}"/>
          </ac:picMkLst>
        </pc:picChg>
        <pc:picChg chg="add del mod">
          <ac:chgData name="Hebl Jr, Joey" userId="c5ae7364-5cb2-426c-ac19-62ec6e728e93" providerId="ADAL" clId="{D5CC9992-8EF1-4263-A52E-34F6B158495A}" dt="2024-12-11T18:02:37.827" v="817" actId="478"/>
          <ac:picMkLst>
            <pc:docMk/>
            <pc:sldMk cId="1142289788" sldId="257"/>
            <ac:picMk id="10" creationId="{1610B933-A507-9266-B4AB-1D057E39D8B3}"/>
          </ac:picMkLst>
        </pc:picChg>
        <pc:picChg chg="add mod">
          <ac:chgData name="Hebl Jr, Joey" userId="c5ae7364-5cb2-426c-ac19-62ec6e728e93" providerId="ADAL" clId="{D5CC9992-8EF1-4263-A52E-34F6B158495A}" dt="2024-12-11T18:02:42.632" v="838" actId="1037"/>
          <ac:picMkLst>
            <pc:docMk/>
            <pc:sldMk cId="1142289788" sldId="257"/>
            <ac:picMk id="11" creationId="{F9FE9238-A3FA-4100-82BB-B7A0ECA7CC32}"/>
          </ac:picMkLst>
        </pc:picChg>
        <pc:picChg chg="add mod">
          <ac:chgData name="Hebl Jr, Joey" userId="c5ae7364-5cb2-426c-ac19-62ec6e728e93" providerId="ADAL" clId="{D5CC9992-8EF1-4263-A52E-34F6B158495A}" dt="2024-12-11T18:02:57.139" v="840" actId="1076"/>
          <ac:picMkLst>
            <pc:docMk/>
            <pc:sldMk cId="1142289788" sldId="257"/>
            <ac:picMk id="13" creationId="{3124502F-DDD3-069A-EFFA-8877CECD6AE7}"/>
          </ac:picMkLst>
        </pc:picChg>
        <pc:picChg chg="add mod">
          <ac:chgData name="Hebl Jr, Joey" userId="c5ae7364-5cb2-426c-ac19-62ec6e728e93" providerId="ADAL" clId="{D5CC9992-8EF1-4263-A52E-34F6B158495A}" dt="2024-12-11T18:03:00.814" v="841" actId="1076"/>
          <ac:picMkLst>
            <pc:docMk/>
            <pc:sldMk cId="1142289788" sldId="257"/>
            <ac:picMk id="14" creationId="{62ED19DE-1917-4B1B-F436-95A026145BA5}"/>
          </ac:picMkLst>
        </pc:picChg>
        <pc:picChg chg="add mod">
          <ac:chgData name="Hebl Jr, Joey" userId="c5ae7364-5cb2-426c-ac19-62ec6e728e93" providerId="ADAL" clId="{D5CC9992-8EF1-4263-A52E-34F6B158495A}" dt="2024-12-11T18:03:06.649" v="842" actId="1076"/>
          <ac:picMkLst>
            <pc:docMk/>
            <pc:sldMk cId="1142289788" sldId="257"/>
            <ac:picMk id="15" creationId="{AE396290-BF2B-334B-E70B-1E3C0919CFB9}"/>
          </ac:picMkLst>
        </pc:picChg>
        <pc:picChg chg="add mod">
          <ac:chgData name="Hebl Jr, Joey" userId="c5ae7364-5cb2-426c-ac19-62ec6e728e93" providerId="ADAL" clId="{D5CC9992-8EF1-4263-A52E-34F6B158495A}" dt="2024-12-11T18:03:09.516" v="843" actId="1076"/>
          <ac:picMkLst>
            <pc:docMk/>
            <pc:sldMk cId="1142289788" sldId="257"/>
            <ac:picMk id="16" creationId="{FCB49740-93FE-8DB5-7EB1-B55FC5A1247E}"/>
          </ac:picMkLst>
        </pc:picChg>
        <pc:picChg chg="add del mod">
          <ac:chgData name="Hebl Jr, Joey" userId="c5ae7364-5cb2-426c-ac19-62ec6e728e93" providerId="ADAL" clId="{D5CC9992-8EF1-4263-A52E-34F6B158495A}" dt="2024-12-11T17:51:57.691" v="602" actId="478"/>
          <ac:picMkLst>
            <pc:docMk/>
            <pc:sldMk cId="1142289788" sldId="257"/>
            <ac:picMk id="1026" creationId="{2673C0C1-5543-29A5-BC0E-17860008634E}"/>
          </ac:picMkLst>
        </pc:picChg>
        <pc:picChg chg="add mod">
          <ac:chgData name="Hebl Jr, Joey" userId="c5ae7364-5cb2-426c-ac19-62ec6e728e93" providerId="ADAL" clId="{D5CC9992-8EF1-4263-A52E-34F6B158495A}" dt="2024-12-11T17:48:22.848" v="577" actId="732"/>
          <ac:picMkLst>
            <pc:docMk/>
            <pc:sldMk cId="1142289788" sldId="257"/>
            <ac:picMk id="1028" creationId="{B7227608-AD91-5B8D-965D-D3547CEF317C}"/>
          </ac:picMkLst>
        </pc:picChg>
      </pc:sldChg>
      <pc:sldChg chg="addSp delSp modSp new mod modAnim">
        <pc:chgData name="Hebl Jr, Joey" userId="c5ae7364-5cb2-426c-ac19-62ec6e728e93" providerId="ADAL" clId="{D5CC9992-8EF1-4263-A52E-34F6B158495A}" dt="2024-12-11T20:31:55.383" v="4429"/>
        <pc:sldMkLst>
          <pc:docMk/>
          <pc:sldMk cId="1191109514" sldId="258"/>
        </pc:sldMkLst>
        <pc:spChg chg="mod">
          <ac:chgData name="Hebl Jr, Joey" userId="c5ae7364-5cb2-426c-ac19-62ec6e728e93" providerId="ADAL" clId="{D5CC9992-8EF1-4263-A52E-34F6B158495A}" dt="2024-12-11T17:39:33.163" v="369" actId="20577"/>
          <ac:spMkLst>
            <pc:docMk/>
            <pc:sldMk cId="1191109514" sldId="258"/>
            <ac:spMk id="2" creationId="{27D32825-2D45-45A6-E41F-2D36E9E8BA1B}"/>
          </ac:spMkLst>
        </pc:spChg>
        <pc:spChg chg="del">
          <ac:chgData name="Hebl Jr, Joey" userId="c5ae7364-5cb2-426c-ac19-62ec6e728e93" providerId="ADAL" clId="{D5CC9992-8EF1-4263-A52E-34F6B158495A}" dt="2024-12-11T19:17:30.679" v="1427" actId="22"/>
          <ac:spMkLst>
            <pc:docMk/>
            <pc:sldMk cId="1191109514" sldId="258"/>
            <ac:spMk id="3" creationId="{E751F51C-0ED0-0686-18A2-5C806690EC4F}"/>
          </ac:spMkLst>
        </pc:spChg>
        <pc:spChg chg="add mod">
          <ac:chgData name="Hebl Jr, Joey" userId="c5ae7364-5cb2-426c-ac19-62ec6e728e93" providerId="ADAL" clId="{D5CC9992-8EF1-4263-A52E-34F6B158495A}" dt="2024-12-11T20:20:03.712" v="4346" actId="20577"/>
          <ac:spMkLst>
            <pc:docMk/>
            <pc:sldMk cId="1191109514" sldId="258"/>
            <ac:spMk id="9" creationId="{51649D81-83B1-893D-8249-93BC06C3E481}"/>
          </ac:spMkLst>
        </pc:spChg>
        <pc:picChg chg="add mod modCrop">
          <ac:chgData name="Hebl Jr, Joey" userId="c5ae7364-5cb2-426c-ac19-62ec6e728e93" providerId="ADAL" clId="{D5CC9992-8EF1-4263-A52E-34F6B158495A}" dt="2024-12-11T19:22:33.299" v="1727" actId="1037"/>
          <ac:picMkLst>
            <pc:docMk/>
            <pc:sldMk cId="1191109514" sldId="258"/>
            <ac:picMk id="5" creationId="{4049E84C-D0DA-84F1-0FE1-2E0009CF7DB2}"/>
          </ac:picMkLst>
        </pc:picChg>
        <pc:picChg chg="add mod modCrop">
          <ac:chgData name="Hebl Jr, Joey" userId="c5ae7364-5cb2-426c-ac19-62ec6e728e93" providerId="ADAL" clId="{D5CC9992-8EF1-4263-A52E-34F6B158495A}" dt="2024-12-11T19:16:47.411" v="1423" actId="1076"/>
          <ac:picMkLst>
            <pc:docMk/>
            <pc:sldMk cId="1191109514" sldId="258"/>
            <ac:picMk id="6" creationId="{43ADA951-9352-B79B-5F84-62643F3DC15B}"/>
          </ac:picMkLst>
        </pc:picChg>
        <pc:picChg chg="add mod ord modCrop">
          <ac:chgData name="Hebl Jr, Joey" userId="c5ae7364-5cb2-426c-ac19-62ec6e728e93" providerId="ADAL" clId="{D5CC9992-8EF1-4263-A52E-34F6B158495A}" dt="2024-12-11T19:22:33.299" v="1727" actId="1037"/>
          <ac:picMkLst>
            <pc:docMk/>
            <pc:sldMk cId="1191109514" sldId="258"/>
            <ac:picMk id="8" creationId="{34B2E113-104F-F049-42A0-08B2923CB2CC}"/>
          </ac:picMkLst>
        </pc:picChg>
      </pc:sldChg>
      <pc:sldChg chg="addSp delSp modSp new mod modAnim modNotesTx">
        <pc:chgData name="Hebl Jr, Joey" userId="c5ae7364-5cb2-426c-ac19-62ec6e728e93" providerId="ADAL" clId="{D5CC9992-8EF1-4263-A52E-34F6B158495A}" dt="2024-12-11T20:35:34.400" v="4448"/>
        <pc:sldMkLst>
          <pc:docMk/>
          <pc:sldMk cId="1108466116" sldId="259"/>
        </pc:sldMkLst>
        <pc:spChg chg="mod">
          <ac:chgData name="Hebl Jr, Joey" userId="c5ae7364-5cb2-426c-ac19-62ec6e728e93" providerId="ADAL" clId="{D5CC9992-8EF1-4263-A52E-34F6B158495A}" dt="2024-12-11T19:22:40.824" v="1737" actId="20577"/>
          <ac:spMkLst>
            <pc:docMk/>
            <pc:sldMk cId="1108466116" sldId="259"/>
            <ac:spMk id="2" creationId="{37BFC2E8-5F0F-F4FB-E847-EA8BB0353F15}"/>
          </ac:spMkLst>
        </pc:spChg>
        <pc:spChg chg="del">
          <ac:chgData name="Hebl Jr, Joey" userId="c5ae7364-5cb2-426c-ac19-62ec6e728e93" providerId="ADAL" clId="{D5CC9992-8EF1-4263-A52E-34F6B158495A}" dt="2024-12-11T19:23:46.023" v="1738" actId="22"/>
          <ac:spMkLst>
            <pc:docMk/>
            <pc:sldMk cId="1108466116" sldId="259"/>
            <ac:spMk id="3" creationId="{379C2F93-977C-A396-41C6-4C9084C17169}"/>
          </ac:spMkLst>
        </pc:spChg>
        <pc:spChg chg="add mod">
          <ac:chgData name="Hebl Jr, Joey" userId="c5ae7364-5cb2-426c-ac19-62ec6e728e93" providerId="ADAL" clId="{D5CC9992-8EF1-4263-A52E-34F6B158495A}" dt="2024-12-11T19:31:09.421" v="2185" actId="20577"/>
          <ac:spMkLst>
            <pc:docMk/>
            <pc:sldMk cId="1108466116" sldId="259"/>
            <ac:spMk id="10" creationId="{BDB5E246-6F27-44AE-C301-E5E8DABBE115}"/>
          </ac:spMkLst>
        </pc:spChg>
        <pc:picChg chg="add mod ord">
          <ac:chgData name="Hebl Jr, Joey" userId="c5ae7364-5cb2-426c-ac19-62ec6e728e93" providerId="ADAL" clId="{D5CC9992-8EF1-4263-A52E-34F6B158495A}" dt="2024-12-11T20:33:36.630" v="4442" actId="1076"/>
          <ac:picMkLst>
            <pc:docMk/>
            <pc:sldMk cId="1108466116" sldId="259"/>
            <ac:picMk id="5" creationId="{D68FEC79-1713-CFFA-229C-7C3AB48CD464}"/>
          </ac:picMkLst>
        </pc:picChg>
        <pc:picChg chg="add mod">
          <ac:chgData name="Hebl Jr, Joey" userId="c5ae7364-5cb2-426c-ac19-62ec6e728e93" providerId="ADAL" clId="{D5CC9992-8EF1-4263-A52E-34F6B158495A}" dt="2024-12-11T20:33:33.506" v="4441" actId="1037"/>
          <ac:picMkLst>
            <pc:docMk/>
            <pc:sldMk cId="1108466116" sldId="259"/>
            <ac:picMk id="7" creationId="{821DC6DD-9E9B-E6F1-7AA6-0B88A2C5D8ED}"/>
          </ac:picMkLst>
        </pc:picChg>
        <pc:picChg chg="add del">
          <ac:chgData name="Hebl Jr, Joey" userId="c5ae7364-5cb2-426c-ac19-62ec6e728e93" providerId="ADAL" clId="{D5CC9992-8EF1-4263-A52E-34F6B158495A}" dt="2024-12-11T19:25:17.385" v="1747" actId="22"/>
          <ac:picMkLst>
            <pc:docMk/>
            <pc:sldMk cId="1108466116" sldId="259"/>
            <ac:picMk id="9" creationId="{71810829-218A-5FB8-422A-64F754521C6B}"/>
          </ac:picMkLst>
        </pc:picChg>
      </pc:sldChg>
      <pc:sldChg chg="addSp delSp modSp new mod modNotesTx">
        <pc:chgData name="Hebl Jr, Joey" userId="c5ae7364-5cb2-426c-ac19-62ec6e728e93" providerId="ADAL" clId="{D5CC9992-8EF1-4263-A52E-34F6B158495A}" dt="2024-12-11T20:54:01.489" v="4721" actId="20577"/>
        <pc:sldMkLst>
          <pc:docMk/>
          <pc:sldMk cId="939772993" sldId="260"/>
        </pc:sldMkLst>
        <pc:spChg chg="mod">
          <ac:chgData name="Hebl Jr, Joey" userId="c5ae7364-5cb2-426c-ac19-62ec6e728e93" providerId="ADAL" clId="{D5CC9992-8EF1-4263-A52E-34F6B158495A}" dt="2024-12-11T19:38:17.192" v="2696" actId="20577"/>
          <ac:spMkLst>
            <pc:docMk/>
            <pc:sldMk cId="939772993" sldId="260"/>
            <ac:spMk id="2" creationId="{37CDE553-9D55-B504-BE77-797CACC8EBE1}"/>
          </ac:spMkLst>
        </pc:spChg>
        <pc:spChg chg="del">
          <ac:chgData name="Hebl Jr, Joey" userId="c5ae7364-5cb2-426c-ac19-62ec6e728e93" providerId="ADAL" clId="{D5CC9992-8EF1-4263-A52E-34F6B158495A}" dt="2024-12-11T19:34:58.937" v="2562" actId="478"/>
          <ac:spMkLst>
            <pc:docMk/>
            <pc:sldMk cId="939772993" sldId="260"/>
            <ac:spMk id="3" creationId="{C56D2735-0E85-F2A2-7F25-5A02E57CB8AA}"/>
          </ac:spMkLst>
        </pc:spChg>
        <pc:spChg chg="add mod">
          <ac:chgData name="Hebl Jr, Joey" userId="c5ae7364-5cb2-426c-ac19-62ec6e728e93" providerId="ADAL" clId="{D5CC9992-8EF1-4263-A52E-34F6B158495A}" dt="2024-12-11T19:43:24.279" v="2994" actId="14100"/>
          <ac:spMkLst>
            <pc:docMk/>
            <pc:sldMk cId="939772993" sldId="260"/>
            <ac:spMk id="6" creationId="{809B0C44-27C8-347D-DF3A-5AC62FBB47DF}"/>
          </ac:spMkLst>
        </pc:spChg>
        <pc:picChg chg="add del mod">
          <ac:chgData name="Hebl Jr, Joey" userId="c5ae7364-5cb2-426c-ac19-62ec6e728e93" providerId="ADAL" clId="{D5CC9992-8EF1-4263-A52E-34F6B158495A}" dt="2024-12-11T19:36:16.375" v="2575" actId="478"/>
          <ac:picMkLst>
            <pc:docMk/>
            <pc:sldMk cId="939772993" sldId="260"/>
            <ac:picMk id="5" creationId="{1946A781-AA88-92F4-94AE-6ABCBE680694}"/>
          </ac:picMkLst>
        </pc:picChg>
      </pc:sldChg>
      <pc:sldChg chg="addSp delSp modSp new mod">
        <pc:chgData name="Hebl Jr, Joey" userId="c5ae7364-5cb2-426c-ac19-62ec6e728e93" providerId="ADAL" clId="{D5CC9992-8EF1-4263-A52E-34F6B158495A}" dt="2024-12-11T19:43:51.219" v="3035" actId="478"/>
        <pc:sldMkLst>
          <pc:docMk/>
          <pc:sldMk cId="3557226367" sldId="261"/>
        </pc:sldMkLst>
        <pc:spChg chg="mod">
          <ac:chgData name="Hebl Jr, Joey" userId="c5ae7364-5cb2-426c-ac19-62ec6e728e93" providerId="ADAL" clId="{D5CC9992-8EF1-4263-A52E-34F6B158495A}" dt="2024-12-11T19:43:41.802" v="3033" actId="20577"/>
          <ac:spMkLst>
            <pc:docMk/>
            <pc:sldMk cId="3557226367" sldId="261"/>
            <ac:spMk id="2" creationId="{DD88F55A-A860-2FBF-9E3C-69FB706FE5A0}"/>
          </ac:spMkLst>
        </pc:spChg>
        <pc:spChg chg="del">
          <ac:chgData name="Hebl Jr, Joey" userId="c5ae7364-5cb2-426c-ac19-62ec6e728e93" providerId="ADAL" clId="{D5CC9992-8EF1-4263-A52E-34F6B158495A}" dt="2024-12-11T19:43:51.219" v="3035" actId="478"/>
          <ac:spMkLst>
            <pc:docMk/>
            <pc:sldMk cId="3557226367" sldId="261"/>
            <ac:spMk id="3" creationId="{52304D16-7557-4677-900A-497F9C13ABE8}"/>
          </ac:spMkLst>
        </pc:spChg>
        <pc:spChg chg="add mod">
          <ac:chgData name="Hebl Jr, Joey" userId="c5ae7364-5cb2-426c-ac19-62ec6e728e93" providerId="ADAL" clId="{D5CC9992-8EF1-4263-A52E-34F6B158495A}" dt="2024-12-11T19:43:49.263" v="3034"/>
          <ac:spMkLst>
            <pc:docMk/>
            <pc:sldMk cId="3557226367" sldId="261"/>
            <ac:spMk id="4" creationId="{BC1E0516-BA0F-FC98-DDDC-544A9CB5FFBA}"/>
          </ac:spMkLst>
        </pc:spChg>
      </pc:sldChg>
      <pc:sldChg chg="modSp new del mod">
        <pc:chgData name="Hebl Jr, Joey" userId="c5ae7364-5cb2-426c-ac19-62ec6e728e93" providerId="ADAL" clId="{D5CC9992-8EF1-4263-A52E-34F6B158495A}" dt="2024-12-11T19:46:35.094" v="3036" actId="2696"/>
        <pc:sldMkLst>
          <pc:docMk/>
          <pc:sldMk cId="1788968900" sldId="262"/>
        </pc:sldMkLst>
        <pc:spChg chg="mod">
          <ac:chgData name="Hebl Jr, Joey" userId="c5ae7364-5cb2-426c-ac19-62ec6e728e93" providerId="ADAL" clId="{D5CC9992-8EF1-4263-A52E-34F6B158495A}" dt="2024-12-11T17:39:51.754" v="412" actId="20577"/>
          <ac:spMkLst>
            <pc:docMk/>
            <pc:sldMk cId="1788968900" sldId="262"/>
            <ac:spMk id="2" creationId="{0ED17A50-1A14-5EAE-2098-94A9F764CFB9}"/>
          </ac:spMkLst>
        </pc:spChg>
      </pc:sldChg>
      <pc:sldChg chg="addSp modSp new mod modAnim">
        <pc:chgData name="Hebl Jr, Joey" userId="c5ae7364-5cb2-426c-ac19-62ec6e728e93" providerId="ADAL" clId="{D5CC9992-8EF1-4263-A52E-34F6B158495A}" dt="2024-12-11T20:36:22.385" v="4452"/>
        <pc:sldMkLst>
          <pc:docMk/>
          <pc:sldMk cId="520057068" sldId="263"/>
        </pc:sldMkLst>
        <pc:spChg chg="mod">
          <ac:chgData name="Hebl Jr, Joey" userId="c5ae7364-5cb2-426c-ac19-62ec6e728e93" providerId="ADAL" clId="{D5CC9992-8EF1-4263-A52E-34F6B158495A}" dt="2024-12-11T17:39:56.613" v="425" actId="20577"/>
          <ac:spMkLst>
            <pc:docMk/>
            <pc:sldMk cId="520057068" sldId="263"/>
            <ac:spMk id="2" creationId="{6CF0EF14-21CA-2270-06AF-6C8BB91DE014}"/>
          </ac:spMkLst>
        </pc:spChg>
        <pc:spChg chg="mod">
          <ac:chgData name="Hebl Jr, Joey" userId="c5ae7364-5cb2-426c-ac19-62ec6e728e93" providerId="ADAL" clId="{D5CC9992-8EF1-4263-A52E-34F6B158495A}" dt="2024-12-11T20:29:55.519" v="4417" actId="15"/>
          <ac:spMkLst>
            <pc:docMk/>
            <pc:sldMk cId="520057068" sldId="263"/>
            <ac:spMk id="3" creationId="{F0523A46-C1A2-B6D6-C557-59F3D2743B55}"/>
          </ac:spMkLst>
        </pc:spChg>
        <pc:picChg chg="add mod">
          <ac:chgData name="Hebl Jr, Joey" userId="c5ae7364-5cb2-426c-ac19-62ec6e728e93" providerId="ADAL" clId="{D5CC9992-8EF1-4263-A52E-34F6B158495A}" dt="2024-12-11T20:25:55.293" v="4378" actId="1076"/>
          <ac:picMkLst>
            <pc:docMk/>
            <pc:sldMk cId="520057068" sldId="263"/>
            <ac:picMk id="3074" creationId="{047FD6D8-D650-784A-03B2-EB517C8C1A8C}"/>
          </ac:picMkLst>
        </pc:picChg>
      </pc:sldChg>
      <pc:sldChg chg="modSp new mod modAnim">
        <pc:chgData name="Hebl Jr, Joey" userId="c5ae7364-5cb2-426c-ac19-62ec6e728e93" providerId="ADAL" clId="{D5CC9992-8EF1-4263-A52E-34F6B158495A}" dt="2024-12-11T20:36:37.212" v="4453"/>
        <pc:sldMkLst>
          <pc:docMk/>
          <pc:sldMk cId="3848737834" sldId="264"/>
        </pc:sldMkLst>
        <pc:spChg chg="mod">
          <ac:chgData name="Hebl Jr, Joey" userId="c5ae7364-5cb2-426c-ac19-62ec6e728e93" providerId="ADAL" clId="{D5CC9992-8EF1-4263-A52E-34F6B158495A}" dt="2024-12-11T17:40:00.278" v="436" actId="20577"/>
          <ac:spMkLst>
            <pc:docMk/>
            <pc:sldMk cId="3848737834" sldId="264"/>
            <ac:spMk id="2" creationId="{0BA9D5FA-79B7-4F6D-815F-27809BF839C8}"/>
          </ac:spMkLst>
        </pc:spChg>
        <pc:spChg chg="mod">
          <ac:chgData name="Hebl Jr, Joey" userId="c5ae7364-5cb2-426c-ac19-62ec6e728e93" providerId="ADAL" clId="{D5CC9992-8EF1-4263-A52E-34F6B158495A}" dt="2024-12-11T20:29:33.383" v="4415" actId="20577"/>
          <ac:spMkLst>
            <pc:docMk/>
            <pc:sldMk cId="3848737834" sldId="264"/>
            <ac:spMk id="3" creationId="{81E9D39B-6C09-B806-01E2-48CB83F3834D}"/>
          </ac:spMkLst>
        </pc:spChg>
      </pc:sldChg>
      <pc:sldChg chg="addSp delSp modSp add mod modAnim">
        <pc:chgData name="Hebl Jr, Joey" userId="c5ae7364-5cb2-426c-ac19-62ec6e728e93" providerId="ADAL" clId="{D5CC9992-8EF1-4263-A52E-34F6B158495A}" dt="2024-12-11T20:30:25.061" v="4419"/>
        <pc:sldMkLst>
          <pc:docMk/>
          <pc:sldMk cId="647486554" sldId="265"/>
        </pc:sldMkLst>
        <pc:spChg chg="add del mod">
          <ac:chgData name="Hebl Jr, Joey" userId="c5ae7364-5cb2-426c-ac19-62ec6e728e93" providerId="ADAL" clId="{D5CC9992-8EF1-4263-A52E-34F6B158495A}" dt="2024-12-11T17:59:39.635" v="746" actId="478"/>
          <ac:spMkLst>
            <pc:docMk/>
            <pc:sldMk cId="647486554" sldId="265"/>
            <ac:spMk id="3" creationId="{5AF5EE50-295C-2EA6-D6B0-3202EE0D879D}"/>
          </ac:spMkLst>
        </pc:spChg>
        <pc:spChg chg="add mod">
          <ac:chgData name="Hebl Jr, Joey" userId="c5ae7364-5cb2-426c-ac19-62ec6e728e93" providerId="ADAL" clId="{D5CC9992-8EF1-4263-A52E-34F6B158495A}" dt="2024-12-11T20:19:38.084" v="4308" actId="5793"/>
          <ac:spMkLst>
            <pc:docMk/>
            <pc:sldMk cId="647486554" sldId="265"/>
            <ac:spMk id="5" creationId="{BDA1D03F-8809-A397-5153-F064DBED6C8C}"/>
          </ac:spMkLst>
        </pc:spChg>
        <pc:spChg chg="add mod">
          <ac:chgData name="Hebl Jr, Joey" userId="c5ae7364-5cb2-426c-ac19-62ec6e728e93" providerId="ADAL" clId="{D5CC9992-8EF1-4263-A52E-34F6B158495A}" dt="2024-12-11T19:11:07.682" v="1089" actId="20577"/>
          <ac:spMkLst>
            <pc:docMk/>
            <pc:sldMk cId="647486554" sldId="265"/>
            <ac:spMk id="6" creationId="{E77A745C-EE01-B29E-3953-F5F7C4221F79}"/>
          </ac:spMkLst>
        </pc:spChg>
        <pc:picChg chg="add mod">
          <ac:chgData name="Hebl Jr, Joey" userId="c5ae7364-5cb2-426c-ac19-62ec6e728e93" providerId="ADAL" clId="{D5CC9992-8EF1-4263-A52E-34F6B158495A}" dt="2024-12-11T18:07:18.293" v="1019" actId="1038"/>
          <ac:picMkLst>
            <pc:docMk/>
            <pc:sldMk cId="647486554" sldId="265"/>
            <ac:picMk id="4" creationId="{A9F27EA3-21AF-51E1-38B4-5186330498A2}"/>
          </ac:picMkLst>
        </pc:picChg>
        <pc:picChg chg="del">
          <ac:chgData name="Hebl Jr, Joey" userId="c5ae7364-5cb2-426c-ac19-62ec6e728e93" providerId="ADAL" clId="{D5CC9992-8EF1-4263-A52E-34F6B158495A}" dt="2024-12-11T17:58:09.017" v="713" actId="478"/>
          <ac:picMkLst>
            <pc:docMk/>
            <pc:sldMk cId="647486554" sldId="265"/>
            <ac:picMk id="7" creationId="{5F55A2A7-7B7D-040B-EA9F-21ABACE5085F}"/>
          </ac:picMkLst>
        </pc:picChg>
        <pc:picChg chg="del">
          <ac:chgData name="Hebl Jr, Joey" userId="c5ae7364-5cb2-426c-ac19-62ec6e728e93" providerId="ADAL" clId="{D5CC9992-8EF1-4263-A52E-34F6B158495A}" dt="2024-12-11T17:58:12.147" v="715" actId="478"/>
          <ac:picMkLst>
            <pc:docMk/>
            <pc:sldMk cId="647486554" sldId="265"/>
            <ac:picMk id="10" creationId="{1610B933-A507-9266-B4AB-1D057E39D8B3}"/>
          </ac:picMkLst>
        </pc:picChg>
        <pc:picChg chg="del">
          <ac:chgData name="Hebl Jr, Joey" userId="c5ae7364-5cb2-426c-ac19-62ec6e728e93" providerId="ADAL" clId="{D5CC9992-8EF1-4263-A52E-34F6B158495A}" dt="2024-12-11T17:58:10.540" v="714" actId="478"/>
          <ac:picMkLst>
            <pc:docMk/>
            <pc:sldMk cId="647486554" sldId="265"/>
            <ac:picMk id="11" creationId="{F9FE9238-A3FA-4100-82BB-B7A0ECA7CC32}"/>
          </ac:picMkLst>
        </pc:picChg>
        <pc:picChg chg="add mod">
          <ac:chgData name="Hebl Jr, Joey" userId="c5ae7364-5cb2-426c-ac19-62ec6e728e93" providerId="ADAL" clId="{D5CC9992-8EF1-4263-A52E-34F6B158495A}" dt="2024-12-11T18:07:08.031" v="969" actId="1076"/>
          <ac:picMkLst>
            <pc:docMk/>
            <pc:sldMk cId="647486554" sldId="265"/>
            <ac:picMk id="2050" creationId="{D591FEF9-F246-9756-1A90-23D78440AE9B}"/>
          </ac:picMkLst>
        </pc:picChg>
      </pc:sldChg>
      <pc:sldChg chg="modSp new mod modAnim">
        <pc:chgData name="Hebl Jr, Joey" userId="c5ae7364-5cb2-426c-ac19-62ec6e728e93" providerId="ADAL" clId="{D5CC9992-8EF1-4263-A52E-34F6B158495A}" dt="2024-12-11T20:31:06.630" v="4420"/>
        <pc:sldMkLst>
          <pc:docMk/>
          <pc:sldMk cId="2984112711" sldId="266"/>
        </pc:sldMkLst>
        <pc:spChg chg="mod">
          <ac:chgData name="Hebl Jr, Joey" userId="c5ae7364-5cb2-426c-ac19-62ec6e728e93" providerId="ADAL" clId="{D5CC9992-8EF1-4263-A52E-34F6B158495A}" dt="2024-12-11T19:11:54.491" v="1136" actId="20577"/>
          <ac:spMkLst>
            <pc:docMk/>
            <pc:sldMk cId="2984112711" sldId="266"/>
            <ac:spMk id="2" creationId="{33933A0B-4B92-6206-7E9D-63296551C4DE}"/>
          </ac:spMkLst>
        </pc:spChg>
        <pc:spChg chg="mod">
          <ac:chgData name="Hebl Jr, Joey" userId="c5ae7364-5cb2-426c-ac19-62ec6e728e93" providerId="ADAL" clId="{D5CC9992-8EF1-4263-A52E-34F6B158495A}" dt="2024-12-11T20:19:43.041" v="4324" actId="1035"/>
          <ac:spMkLst>
            <pc:docMk/>
            <pc:sldMk cId="2984112711" sldId="266"/>
            <ac:spMk id="3" creationId="{34853630-6D3C-114E-13C2-25AD82209B8E}"/>
          </ac:spMkLst>
        </pc:spChg>
      </pc:sldChg>
      <pc:sldChg chg="addSp delSp modSp add mod modAnim">
        <pc:chgData name="Hebl Jr, Joey" userId="c5ae7364-5cb2-426c-ac19-62ec6e728e93" providerId="ADAL" clId="{D5CC9992-8EF1-4263-A52E-34F6B158495A}" dt="2024-12-11T20:35:54.349" v="4450"/>
        <pc:sldMkLst>
          <pc:docMk/>
          <pc:sldMk cId="796274647" sldId="267"/>
        </pc:sldMkLst>
        <pc:spChg chg="mod">
          <ac:chgData name="Hebl Jr, Joey" userId="c5ae7364-5cb2-426c-ac19-62ec6e728e93" providerId="ADAL" clId="{D5CC9992-8EF1-4263-A52E-34F6B158495A}" dt="2024-12-11T19:32:56.622" v="2222" actId="20577"/>
          <ac:spMkLst>
            <pc:docMk/>
            <pc:sldMk cId="796274647" sldId="267"/>
            <ac:spMk id="2" creationId="{37BFC2E8-5F0F-F4FB-E847-EA8BB0353F15}"/>
          </ac:spMkLst>
        </pc:spChg>
        <pc:spChg chg="add del mod">
          <ac:chgData name="Hebl Jr, Joey" userId="c5ae7364-5cb2-426c-ac19-62ec6e728e93" providerId="ADAL" clId="{D5CC9992-8EF1-4263-A52E-34F6B158495A}" dt="2024-12-11T19:32:38.409" v="2194" actId="478"/>
          <ac:spMkLst>
            <pc:docMk/>
            <pc:sldMk cId="796274647" sldId="267"/>
            <ac:spMk id="4" creationId="{DB01926D-56E3-B592-8A29-4FF7FB4786F8}"/>
          </ac:spMkLst>
        </pc:spChg>
        <pc:spChg chg="mod">
          <ac:chgData name="Hebl Jr, Joey" userId="c5ae7364-5cb2-426c-ac19-62ec6e728e93" providerId="ADAL" clId="{D5CC9992-8EF1-4263-A52E-34F6B158495A}" dt="2024-12-11T20:22:21.599" v="4373" actId="20577"/>
          <ac:spMkLst>
            <pc:docMk/>
            <pc:sldMk cId="796274647" sldId="267"/>
            <ac:spMk id="10" creationId="{BDB5E246-6F27-44AE-C301-E5E8DABBE115}"/>
          </ac:spMkLst>
        </pc:spChg>
        <pc:picChg chg="del">
          <ac:chgData name="Hebl Jr, Joey" userId="c5ae7364-5cb2-426c-ac19-62ec6e728e93" providerId="ADAL" clId="{D5CC9992-8EF1-4263-A52E-34F6B158495A}" dt="2024-12-11T19:31:42.490" v="2189" actId="478"/>
          <ac:picMkLst>
            <pc:docMk/>
            <pc:sldMk cId="796274647" sldId="267"/>
            <ac:picMk id="5" creationId="{D68FEC79-1713-CFFA-229C-7C3AB48CD464}"/>
          </ac:picMkLst>
        </pc:picChg>
        <pc:picChg chg="del">
          <ac:chgData name="Hebl Jr, Joey" userId="c5ae7364-5cb2-426c-ac19-62ec6e728e93" providerId="ADAL" clId="{D5CC9992-8EF1-4263-A52E-34F6B158495A}" dt="2024-12-11T19:31:44.796" v="2190" actId="478"/>
          <ac:picMkLst>
            <pc:docMk/>
            <pc:sldMk cId="796274647" sldId="267"/>
            <ac:picMk id="7" creationId="{821DC6DD-9E9B-E6F1-7AA6-0B88A2C5D8ED}"/>
          </ac:picMkLst>
        </pc:picChg>
        <pc:picChg chg="add mod">
          <ac:chgData name="Hebl Jr, Joey" userId="c5ae7364-5cb2-426c-ac19-62ec6e728e93" providerId="ADAL" clId="{D5CC9992-8EF1-4263-A52E-34F6B158495A}" dt="2024-12-11T19:34:52.677" v="2561" actId="1076"/>
          <ac:picMkLst>
            <pc:docMk/>
            <pc:sldMk cId="796274647" sldId="267"/>
            <ac:picMk id="8" creationId="{47D788C9-97A2-5227-2BC3-E6B284CB2382}"/>
          </ac:picMkLst>
        </pc:picChg>
      </pc:sldChg>
      <pc:sldChg chg="new del">
        <pc:chgData name="Hebl Jr, Joey" userId="c5ae7364-5cb2-426c-ac19-62ec6e728e93" providerId="ADAL" clId="{D5CC9992-8EF1-4263-A52E-34F6B158495A}" dt="2024-12-11T19:31:35.467" v="2187" actId="680"/>
        <pc:sldMkLst>
          <pc:docMk/>
          <pc:sldMk cId="3978577460" sldId="267"/>
        </pc:sldMkLst>
      </pc:sldChg>
      <pc:sldMasterChg chg="del delSldLayout">
        <pc:chgData name="Hebl Jr, Joey" userId="c5ae7364-5cb2-426c-ac19-62ec6e728e93" providerId="ADAL" clId="{D5CC9992-8EF1-4263-A52E-34F6B158495A}" dt="2024-12-11T17:34:53.314" v="2" actId="26606"/>
        <pc:sldMasterMkLst>
          <pc:docMk/>
          <pc:sldMasterMk cId="4246426301" sldId="2147483660"/>
        </pc:sldMasterMkLst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841448948" sldId="2147483661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241781917" sldId="2147483662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3361054620" sldId="2147483663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3446449300" sldId="2147483664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2945920603" sldId="2147483665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1879545979" sldId="2147483666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1919934119" sldId="2147483667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3939179573" sldId="2147483668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1691372332" sldId="2147483669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4267678911" sldId="2147483670"/>
          </pc:sldLayoutMkLst>
        </pc:sldLayoutChg>
        <pc:sldLayoutChg chg="del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4246426301" sldId="2147483660"/>
            <pc:sldLayoutMk cId="2231290306" sldId="2147483671"/>
          </pc:sldLayoutMkLst>
        </pc:sldLayoutChg>
      </pc:sldMasterChg>
      <pc:sldMasterChg chg="add addSldLayout">
        <pc:chgData name="Hebl Jr, Joey" userId="c5ae7364-5cb2-426c-ac19-62ec6e728e93" providerId="ADAL" clId="{D5CC9992-8EF1-4263-A52E-34F6B158495A}" dt="2024-12-11T17:34:53.314" v="2" actId="26606"/>
        <pc:sldMasterMkLst>
          <pc:docMk/>
          <pc:sldMasterMk cId="786393307" sldId="2147483750"/>
        </pc:sldMasterMkLst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2474265469" sldId="2147483739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901796275" sldId="2147483740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1391189533" sldId="2147483741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2870589018" sldId="2147483742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2898122386" sldId="2147483743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3832908722" sldId="2147483744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1069827538" sldId="2147483745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3982451457" sldId="2147483746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3219579186" sldId="2147483747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1344380521" sldId="2147483748"/>
          </pc:sldLayoutMkLst>
        </pc:sldLayoutChg>
        <pc:sldLayoutChg chg="add">
          <pc:chgData name="Hebl Jr, Joey" userId="c5ae7364-5cb2-426c-ac19-62ec6e728e93" providerId="ADAL" clId="{D5CC9992-8EF1-4263-A52E-34F6B158495A}" dt="2024-12-11T17:34:53.314" v="2" actId="26606"/>
          <pc:sldLayoutMkLst>
            <pc:docMk/>
            <pc:sldMasterMk cId="786393307" sldId="2147483750"/>
            <pc:sldLayoutMk cId="3134603591" sldId="21474837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B54E6-B7DF-4B4A-B732-1F2C1F7A1D7C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09A66-96FA-4D42-AA26-C0D9E5A31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02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Migrant stock: total number of immigrants living in a country who were not born there, including refugees.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09A66-96FA-4D42-AA26-C0D9E5A31F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79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Migrant stock: total number of immigrants living in a country who were not born there, including refugees.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09A66-96FA-4D42-AA26-C0D9E5A31F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36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 Notes ##### </a:t>
            </a:r>
          </a:p>
          <a:p>
            <a:endParaRPr lang="en-US" dirty="0"/>
          </a:p>
          <a:p>
            <a:r>
              <a:rPr lang="en-US" dirty="0"/>
              <a:t>Data was collected from the UN website. Countries were filtered by those who have a minimum population of # 2 million. Parameter for edges is binary with threshold of 10,000 immigrants (i.e. if equal to or greater than# 10,000 immigrants, assigned a value of 1). The edges also represent net immigration, i.e. subtracting the # opposing migration pathways between two countries, with the direction of greater size dictating the edge direction,# though again, edges are only established if there is a minimum of 10,000 immigrants passing from one country to the # other after considering the net migration. Additionally, I added the edge attribute for thickness which is# associated with this value of net migration divided by the receiving country's population divided by 1000# (i.e. the units are x immigrants for every 1000 residents).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09A66-96FA-4D42-AA26-C0D9E5A31F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67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 Notes ##### </a:t>
            </a:r>
          </a:p>
          <a:p>
            <a:endParaRPr lang="en-US" dirty="0"/>
          </a:p>
          <a:p>
            <a:r>
              <a:rPr lang="en-US" dirty="0"/>
              <a:t>Data was collected from the UN website. Countries were filtered by those who have a minimum population of # 2 million. Parameter for edges is binary with threshold of 10,000 immigrants (i.e. if equal to or greater than# 10,000 immigrants, assigned a value of 1). The edges also represent net immigration, i.e. subtracting the # opposing migration pathways between two countries, with the direction of greater size dictating the edge direction,# though again, edges are only established if there is a minimum of 10,000 immigrants passing from one country to the # other after considering the net migration. Additionally, I added the edge attribute for thickness which is# associated with this value of net migration divided by the receiving country's population divided by 1000# (i.e. the units are x immigrants for every 1000 residents).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09A66-96FA-4D42-AA26-C0D9E5A31F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Degree: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Increase across the board when reaching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Numbers at bottom of each figure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US: </a:t>
            </a:r>
            <a:r>
              <a:rPr lang="en-US" dirty="0" err="1"/>
              <a:t>Vz</a:t>
            </a:r>
            <a:r>
              <a:rPr lang="en-US" dirty="0"/>
              <a:t>, Ca, Co, Mex, Arg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Degree size and color based on largest across all four networks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Hubs: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Vz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Auth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Vz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09A66-96FA-4D42-AA26-C0D9E5A31F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8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45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7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8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26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0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9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8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2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9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39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orldmigrationreport.iom.int/what-we-do/world-migration-report-2024-chapter-3/latin-america-and-caribbean#:~:text=In%202020%2C%20the%20numbers%20of,other%20countries%20in%20the%20region.&amp;text=Source%3A%20UN%20DESA%2C%202021.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undp.org/latin-america/blog/crossing-borders-unprecedented-growth-migration-within-latin-america-and-caribbean-0#:~:text=Overall%2C%20the%20total%20number%20of,5.3%20million%20to%2011.3%20million.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NOUSA_SizeAuthority.jpg" TargetMode="External"/><Relationship Id="rId3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USA_SizeDegree.jpg" TargetMode="External"/><Relationship Id="rId7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SizeAuthority.jp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NOUSA_SizeHub.jpg" TargetMode="External"/><Relationship Id="rId5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SizeHub.jpg" TargetMode="External"/><Relationship Id="rId4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Partial-Info%20Figures/Plot_NOUSA_SizeDegree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NOUSA_SizeDegree_Thick.jpg" TargetMode="External"/><Relationship Id="rId7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NOUSA_SizeAuthority_Thick.jpg" TargetMode="External"/><Relationship Id="rId2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USA_SizeDegree_Thick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SizeAuthority_Thick.jpg" TargetMode="External"/><Relationship Id="rId5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NOUSA_SizeHub_thick.jpg" TargetMode="External"/><Relationship Id="rId4" Type="http://schemas.openxmlformats.org/officeDocument/2006/relationships/hyperlink" Target="https://middleburycollege-my.sharepoint.com/personal/jhebljr_middlebury_edu/Documents/MIIS_Fall%202024/Intro%20Network%20Analysis/Final%20Project/Country%20Immigration%20Data%20Excels/Draft%20Plots/Full%20Figures/Plot_SizeHub_thick.jp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1384CA-BBDF-78EA-C1B6-7C26234E0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81AC0105-201C-6E3E-DE58-DE73D74319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20444" r="1" b="1"/>
          <a:stretch/>
        </p:blipFill>
        <p:spPr>
          <a:xfrm>
            <a:off x="22" y="10"/>
            <a:ext cx="12191978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1A03FE5-7938-1573-2D18-E168CC7C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6782305" y="952500"/>
            <a:ext cx="4457195" cy="495300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FDCF0-5E5E-B2E5-8C0D-00507E7FE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2305" y="1913274"/>
            <a:ext cx="4632910" cy="2116348"/>
          </a:xfrm>
          <a:solidFill>
            <a:schemeClr val="accent3"/>
          </a:solidFill>
        </p:spPr>
        <p:txBody>
          <a:bodyPr anchor="ctr">
            <a:normAutofit/>
          </a:bodyPr>
          <a:lstStyle/>
          <a:p>
            <a:r>
              <a:rPr lang="es-MX" b="1" dirty="0" err="1">
                <a:solidFill>
                  <a:srgbClr val="FFFFFF"/>
                </a:solidFill>
              </a:rPr>
              <a:t>Migration</a:t>
            </a:r>
            <a:r>
              <a:rPr lang="es-MX" b="1" dirty="0">
                <a:solidFill>
                  <a:srgbClr val="FFFFFF"/>
                </a:solidFill>
              </a:rPr>
              <a:t> in </a:t>
            </a:r>
            <a:r>
              <a:rPr lang="es-MX" b="1" dirty="0" err="1">
                <a:solidFill>
                  <a:srgbClr val="FFFFFF"/>
                </a:solidFill>
              </a:rPr>
              <a:t>Latin</a:t>
            </a:r>
            <a:r>
              <a:rPr lang="es-MX" b="1" dirty="0">
                <a:solidFill>
                  <a:srgbClr val="FFFFFF"/>
                </a:solidFill>
              </a:rPr>
              <a:t> </a:t>
            </a:r>
            <a:r>
              <a:rPr lang="es-MX" b="1" dirty="0" err="1">
                <a:solidFill>
                  <a:srgbClr val="FFFFFF"/>
                </a:solidFill>
              </a:rPr>
              <a:t>america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4B113-0539-B7A6-A038-FC5659605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2305" y="4022497"/>
            <a:ext cx="4632911" cy="945063"/>
          </a:xfrm>
          <a:solidFill>
            <a:schemeClr val="accent3"/>
          </a:solidFill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 Network Analysis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83049-0561-E269-BA70-101062CEE90C}"/>
              </a:ext>
            </a:extLst>
          </p:cNvPr>
          <p:cNvSpPr txBox="1"/>
          <p:nvPr/>
        </p:nvSpPr>
        <p:spPr>
          <a:xfrm>
            <a:off x="250371" y="6019800"/>
            <a:ext cx="429985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Joey Hebl</a:t>
            </a:r>
          </a:p>
          <a:p>
            <a:r>
              <a:rPr lang="en-US" dirty="0"/>
              <a:t>Intro Network Analysis, Fall 2024</a:t>
            </a:r>
          </a:p>
        </p:txBody>
      </p:sp>
    </p:spTree>
    <p:extLst>
      <p:ext uri="{BB962C8B-B14F-4D97-AF65-F5344CB8AC3E}">
        <p14:creationId xmlns:p14="http://schemas.microsoft.com/office/powerpoint/2010/main" val="2303039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7E9F-0C01-1242-F0B6-47F9F628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F55A2A7-7B7D-040B-EA9F-21ABACE508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95" b="14900"/>
          <a:stretch/>
        </p:blipFill>
        <p:spPr bwMode="auto">
          <a:xfrm>
            <a:off x="5387634" y="471058"/>
            <a:ext cx="4702628" cy="590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9FE9238-A3FA-4100-82BB-B7A0ECA7CC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0" r="93446" b="14900"/>
          <a:stretch/>
        </p:blipFill>
        <p:spPr bwMode="auto">
          <a:xfrm>
            <a:off x="4807769" y="466628"/>
            <a:ext cx="613318" cy="590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CE072B-0B92-E6B2-E0DE-D0850EAB7CC3}"/>
              </a:ext>
            </a:extLst>
          </p:cNvPr>
          <p:cNvSpPr txBox="1"/>
          <p:nvPr/>
        </p:nvSpPr>
        <p:spPr>
          <a:xfrm>
            <a:off x="166603" y="6375791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World Migration Report</a:t>
            </a:r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124502F-DDD3-069A-EFFA-8877CECD6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2" t="89008" r="18154" b="4949"/>
          <a:stretch/>
        </p:blipFill>
        <p:spPr bwMode="auto">
          <a:xfrm>
            <a:off x="10191152" y="2687444"/>
            <a:ext cx="1795347" cy="43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62ED19DE-1917-4B1B-F436-95A026145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6" t="95077" r="42609" b="-209"/>
          <a:stretch/>
        </p:blipFill>
        <p:spPr bwMode="auto">
          <a:xfrm>
            <a:off x="10191152" y="2288137"/>
            <a:ext cx="1728439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AE396290-BF2B-334B-E70B-1E3C0919C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4" t="88794" r="50286" b="5658"/>
          <a:stretch/>
        </p:blipFill>
        <p:spPr bwMode="auto">
          <a:xfrm>
            <a:off x="10204694" y="1735738"/>
            <a:ext cx="1095075" cy="39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CB49740-93FE-8DB5-7EB1-B55FC5A12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8" t="95077" r="63690" b="-209"/>
          <a:stretch/>
        </p:blipFill>
        <p:spPr bwMode="auto">
          <a:xfrm>
            <a:off x="10111503" y="1366406"/>
            <a:ext cx="1118839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7E8EA2E-2323-13B2-9D7C-FEDD6DD9D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105070"/>
            <a:ext cx="3797525" cy="3643312"/>
          </a:xfrm>
        </p:spPr>
        <p:txBody>
          <a:bodyPr anchor="ctr"/>
          <a:lstStyle/>
          <a:p>
            <a:r>
              <a:rPr lang="en-US" dirty="0"/>
              <a:t>Increase Latin American and Caribbean (LAC) migration over past 30 years</a:t>
            </a:r>
          </a:p>
        </p:txBody>
      </p:sp>
    </p:spTree>
    <p:extLst>
      <p:ext uri="{BB962C8B-B14F-4D97-AF65-F5344CB8AC3E}">
        <p14:creationId xmlns:p14="http://schemas.microsoft.com/office/powerpoint/2010/main" val="11422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7E9F-0C01-1242-F0B6-47F9F628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9F27EA3-21AF-51E1-38B4-518633049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53" t="9548" b="6389"/>
          <a:stretch/>
        </p:blipFill>
        <p:spPr bwMode="auto">
          <a:xfrm>
            <a:off x="8217181" y="619336"/>
            <a:ext cx="2832611" cy="581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591FEF9-F246-9756-1A90-23D78440A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8" r="61430" b="6389"/>
          <a:stretch/>
        </p:blipFill>
        <p:spPr bwMode="auto">
          <a:xfrm>
            <a:off x="4822372" y="619334"/>
            <a:ext cx="3441478" cy="581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BDA1D03F-8809-A397-5153-F064DBED6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105070"/>
            <a:ext cx="3885409" cy="3643312"/>
          </a:xfrm>
        </p:spPr>
        <p:txBody>
          <a:bodyPr anchor="ctr"/>
          <a:lstStyle/>
          <a:p>
            <a:r>
              <a:rPr lang="en-US" dirty="0"/>
              <a:t>Increase rate in LAC migration within LAC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Dropping rate in LAC </a:t>
            </a:r>
            <a:r>
              <a:rPr lang="en-US" dirty="0">
                <a:sym typeface="Wingdings" panose="05000000000000000000" pitchFamily="2" charset="2"/>
              </a:rPr>
              <a:t> North Am.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A745C-EE01-B29E-3953-F5F7C4221F79}"/>
              </a:ext>
            </a:extLst>
          </p:cNvPr>
          <p:cNvSpPr txBox="1"/>
          <p:nvPr/>
        </p:nvSpPr>
        <p:spPr>
          <a:xfrm>
            <a:off x="166603" y="6375791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UNDP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8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3A0B-4B92-6206-7E9D-63296551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53630-6D3C-114E-13C2-25AD82209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29699"/>
            <a:ext cx="9601200" cy="36433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Can a Network Analysis approach provide additional, useful, and more granular information for understanding the story of migration in Latin America over the past 30 years?</a:t>
            </a:r>
          </a:p>
        </p:txBody>
      </p:sp>
    </p:spTree>
    <p:extLst>
      <p:ext uri="{BB962C8B-B14F-4D97-AF65-F5344CB8AC3E}">
        <p14:creationId xmlns:p14="http://schemas.microsoft.com/office/powerpoint/2010/main" val="298411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2825-2D45-45A6-E41F-2D36E9E8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B2E113-104F-F049-42A0-08B2923CB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873" b="67122"/>
          <a:stretch/>
        </p:blipFill>
        <p:spPr>
          <a:xfrm>
            <a:off x="5108987" y="4252013"/>
            <a:ext cx="6829054" cy="44403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49E84C-D0DA-84F1-0FE1-2E0009CF7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426" y="2871109"/>
            <a:ext cx="6698176" cy="1380904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51649D81-83B1-893D-8249-93BC06C3E481}"/>
              </a:ext>
            </a:extLst>
          </p:cNvPr>
          <p:cNvSpPr txBox="1">
            <a:spLocks/>
          </p:cNvSpPr>
          <p:nvPr/>
        </p:nvSpPr>
        <p:spPr>
          <a:xfrm>
            <a:off x="783771" y="2105069"/>
            <a:ext cx="5040086" cy="454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48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9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from 19 LAC’s</a:t>
            </a:r>
          </a:p>
          <a:p>
            <a:pPr lvl="1"/>
            <a:r>
              <a:rPr lang="en-US" dirty="0"/>
              <a:t>Population &gt;2million (no Caribbean…)</a:t>
            </a:r>
          </a:p>
          <a:p>
            <a:pPr lvl="1"/>
            <a:r>
              <a:rPr lang="en-US" dirty="0"/>
              <a:t>Origin and Destination</a:t>
            </a:r>
          </a:p>
          <a:p>
            <a:r>
              <a:rPr lang="en-US" dirty="0"/>
              <a:t>Data from:</a:t>
            </a:r>
          </a:p>
          <a:p>
            <a:pPr lvl="1"/>
            <a:r>
              <a:rPr lang="en-US" dirty="0"/>
              <a:t>1990</a:t>
            </a:r>
          </a:p>
          <a:p>
            <a:pPr lvl="1"/>
            <a:r>
              <a:rPr lang="en-US" dirty="0"/>
              <a:t>2000</a:t>
            </a:r>
          </a:p>
          <a:p>
            <a:pPr lvl="1"/>
            <a:r>
              <a:rPr lang="en-US" dirty="0"/>
              <a:t>2010</a:t>
            </a:r>
          </a:p>
          <a:p>
            <a:pPr lvl="1"/>
            <a:r>
              <a:rPr lang="en-US" dirty="0"/>
              <a:t>2020</a:t>
            </a:r>
          </a:p>
          <a:p>
            <a:r>
              <a:rPr lang="en-US" dirty="0"/>
              <a:t>Gathered from country-specific Census data…😬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0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2E8-5F0F-F4FB-E847-EA8BB035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Methods: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8FEC79-1713-CFFA-229C-7C3AB48CD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3033" y="2105069"/>
            <a:ext cx="5623284" cy="1787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DC6DD-9E9B-E6F1-7AA6-0B88A2C5D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033" y="4296003"/>
            <a:ext cx="5623284" cy="1759573"/>
          </a:xfrm>
          <a:prstGeom prst="rect">
            <a:avLst/>
          </a:prstGeom>
        </p:spPr>
      </p:pic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BDB5E246-6F27-44AE-C301-E5E8DABBE115}"/>
              </a:ext>
            </a:extLst>
          </p:cNvPr>
          <p:cNvSpPr txBox="1">
            <a:spLocks/>
          </p:cNvSpPr>
          <p:nvPr/>
        </p:nvSpPr>
        <p:spPr>
          <a:xfrm>
            <a:off x="672557" y="2105069"/>
            <a:ext cx="5769429" cy="454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48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9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/>
              <a:t>Adjacency matrix </a:t>
            </a:r>
          </a:p>
          <a:p>
            <a:pPr lvl="1"/>
            <a:r>
              <a:rPr lang="en-US" sz="2000" dirty="0"/>
              <a:t>Calculate differences to get “Net flow”   </a:t>
            </a:r>
            <a:r>
              <a:rPr lang="en-US" sz="2000" dirty="0" err="1"/>
              <a:t>btwn</a:t>
            </a:r>
            <a:r>
              <a:rPr lang="en-US" sz="2000" dirty="0"/>
              <a:t> country pairs</a:t>
            </a:r>
          </a:p>
          <a:p>
            <a:pPr lvl="1"/>
            <a:r>
              <a:rPr lang="en-US" sz="2000" b="1" dirty="0"/>
              <a:t>Identify those net values that are &gt;10,000 migrants</a:t>
            </a:r>
          </a:p>
          <a:p>
            <a:pPr lvl="2"/>
            <a:r>
              <a:rPr lang="en-US" sz="1800" dirty="0"/>
              <a:t>(1) Assign a value of 1 for simple matrix</a:t>
            </a:r>
          </a:p>
          <a:p>
            <a:pPr lvl="3"/>
            <a:r>
              <a:rPr lang="en-US" sz="1400" dirty="0"/>
              <a:t>Defines edge</a:t>
            </a:r>
          </a:p>
          <a:p>
            <a:pPr lvl="2"/>
            <a:r>
              <a:rPr lang="en-US" sz="1800" dirty="0"/>
              <a:t>(2) scale to country size (i.e. = value / 1000 citizens) </a:t>
            </a:r>
            <a:r>
              <a:rPr lang="en-US" sz="1800" dirty="0">
                <a:sym typeface="Wingdings" panose="05000000000000000000" pitchFamily="2" charset="2"/>
              </a:rPr>
              <a:t> edge width</a:t>
            </a:r>
          </a:p>
          <a:p>
            <a:pPr lvl="3"/>
            <a:r>
              <a:rPr lang="en-US" sz="1400" dirty="0">
                <a:sym typeface="Wingdings" panose="05000000000000000000" pitchFamily="2" charset="2"/>
              </a:rPr>
              <a:t>Provides</a:t>
            </a:r>
            <a:r>
              <a:rPr lang="en-US" sz="1600" dirty="0">
                <a:sym typeface="Wingdings" panose="05000000000000000000" pitchFamily="2" charset="2"/>
              </a:rPr>
              <a:t> edge width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0846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2E8-5F0F-F4FB-E847-EA8BB035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Methods: Plotting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BDB5E246-6F27-44AE-C301-E5E8DABBE115}"/>
              </a:ext>
            </a:extLst>
          </p:cNvPr>
          <p:cNvSpPr txBox="1">
            <a:spLocks/>
          </p:cNvSpPr>
          <p:nvPr/>
        </p:nvSpPr>
        <p:spPr>
          <a:xfrm>
            <a:off x="672557" y="2105069"/>
            <a:ext cx="5769429" cy="454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48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9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dirty="0"/>
              <a:t>Create networks for each year</a:t>
            </a:r>
          </a:p>
          <a:p>
            <a:pPr lvl="1"/>
            <a:r>
              <a:rPr lang="en-US" dirty="0"/>
              <a:t>Vertex size and color by:</a:t>
            </a:r>
          </a:p>
          <a:p>
            <a:pPr lvl="2"/>
            <a:r>
              <a:rPr lang="en-US" dirty="0"/>
              <a:t>Degree: both “in” and “out”</a:t>
            </a:r>
          </a:p>
          <a:p>
            <a:pPr lvl="2"/>
            <a:r>
              <a:rPr lang="en-US" dirty="0"/>
              <a:t>Hubs: link to many other nodes; “out”</a:t>
            </a:r>
          </a:p>
          <a:p>
            <a:pPr lvl="2"/>
            <a:r>
              <a:rPr lang="en-US" dirty="0"/>
              <a:t>Authority: linked by many other nodes: “in”</a:t>
            </a:r>
          </a:p>
          <a:p>
            <a:pPr lvl="1"/>
            <a:r>
              <a:rPr lang="en-US" dirty="0"/>
              <a:t>Edges by:</a:t>
            </a:r>
          </a:p>
          <a:p>
            <a:pPr lvl="2"/>
            <a:r>
              <a:rPr lang="en-US" dirty="0"/>
              <a:t>Simple &gt;10,000</a:t>
            </a:r>
          </a:p>
          <a:p>
            <a:pPr lvl="2"/>
            <a:r>
              <a:rPr lang="en-US" dirty="0"/>
              <a:t>Width based on migrant flow per 1000 citizens in receiving country</a:t>
            </a:r>
          </a:p>
          <a:p>
            <a:pPr lvl="1"/>
            <a:r>
              <a:rPr lang="en-US" dirty="0"/>
              <a:t>Removal of US to allow for more detailed assessment of LAC’s</a:t>
            </a:r>
          </a:p>
          <a:p>
            <a:pPr marL="466344" lvl="2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D788C9-97A2-5227-2BC3-E6B284CB2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86" y="2105069"/>
            <a:ext cx="5100095" cy="405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E553-9D55-B504-BE77-797CACC8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Simplified-Binary Edges</a:t>
            </a:r>
          </a:p>
        </p:txBody>
      </p:sp>
      <p:sp>
        <p:nvSpPr>
          <p:cNvPr id="6" name="Content Placeholder 16">
            <a:extLst>
              <a:ext uri="{FF2B5EF4-FFF2-40B4-BE49-F238E27FC236}">
                <a16:creationId xmlns:a16="http://schemas.microsoft.com/office/drawing/2014/main" id="{809B0C44-27C8-347D-DF3A-5AC62FBB47DF}"/>
              </a:ext>
            </a:extLst>
          </p:cNvPr>
          <p:cNvSpPr txBox="1">
            <a:spLocks/>
          </p:cNvSpPr>
          <p:nvPr/>
        </p:nvSpPr>
        <p:spPr>
          <a:xfrm>
            <a:off x="672557" y="2105069"/>
            <a:ext cx="6519075" cy="454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48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9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2000" dirty="0">
                <a:hlinkClick r:id="rId3"/>
              </a:rPr>
              <a:t>Size and Color by Degree: With USA</a:t>
            </a:r>
            <a:endParaRPr lang="en-US" sz="2000" dirty="0"/>
          </a:p>
          <a:p>
            <a:pPr lvl="2"/>
            <a:r>
              <a:rPr lang="en-US" sz="2000" dirty="0">
                <a:hlinkClick r:id="rId4"/>
              </a:rPr>
              <a:t>Size and Color by Degree: Without USA</a:t>
            </a:r>
            <a:endParaRPr lang="en-US" sz="2000" dirty="0"/>
          </a:p>
          <a:p>
            <a:pPr lvl="2"/>
            <a:r>
              <a:rPr lang="en-US" sz="2000" dirty="0">
                <a:hlinkClick r:id="rId5"/>
              </a:rPr>
              <a:t>Size and Color by Hubs: With USA</a:t>
            </a:r>
            <a:endParaRPr lang="en-US" sz="2000" dirty="0"/>
          </a:p>
          <a:p>
            <a:pPr lvl="2"/>
            <a:r>
              <a:rPr lang="en-US" sz="2000" dirty="0">
                <a:hlinkClick r:id="rId6"/>
              </a:rPr>
              <a:t>Size and Color by Hubs: Without USA</a:t>
            </a:r>
            <a:endParaRPr lang="en-US" sz="2000" dirty="0"/>
          </a:p>
          <a:p>
            <a:pPr lvl="2"/>
            <a:r>
              <a:rPr lang="en-US" sz="2000" dirty="0">
                <a:hlinkClick r:id="rId7"/>
              </a:rPr>
              <a:t>Size and Color by Authority: With USA</a:t>
            </a:r>
            <a:endParaRPr lang="en-US" sz="2000" dirty="0"/>
          </a:p>
          <a:p>
            <a:pPr lvl="2"/>
            <a:r>
              <a:rPr lang="en-US" sz="2000" dirty="0">
                <a:hlinkClick r:id="rId8"/>
              </a:rPr>
              <a:t>Size and Color by Authority: Without USA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9772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F55A-A860-2FBF-9E3C-69FB706F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Edge width scaled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BC1E0516-BA0F-FC98-DDDC-544A9CB5FFBA}"/>
              </a:ext>
            </a:extLst>
          </p:cNvPr>
          <p:cNvSpPr txBox="1">
            <a:spLocks/>
          </p:cNvSpPr>
          <p:nvPr/>
        </p:nvSpPr>
        <p:spPr>
          <a:xfrm>
            <a:off x="672557" y="2105069"/>
            <a:ext cx="6519075" cy="454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48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9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2000" dirty="0">
                <a:hlinkClick r:id="rId2"/>
              </a:rPr>
              <a:t>Size and Color by Degree: With USA</a:t>
            </a:r>
            <a:endParaRPr lang="en-US" sz="2000" dirty="0"/>
          </a:p>
          <a:p>
            <a:pPr lvl="2"/>
            <a:r>
              <a:rPr lang="en-US" sz="2000" dirty="0">
                <a:hlinkClick r:id="rId3"/>
              </a:rPr>
              <a:t>Size and Color by Degree: Without USA</a:t>
            </a:r>
            <a:endParaRPr lang="en-US" sz="2000" dirty="0"/>
          </a:p>
          <a:p>
            <a:pPr lvl="2"/>
            <a:r>
              <a:rPr lang="en-US" sz="2000" dirty="0">
                <a:hlinkClick r:id="rId4"/>
              </a:rPr>
              <a:t>Size and Color by Hubs: With USA</a:t>
            </a:r>
            <a:endParaRPr lang="en-US" sz="2000" dirty="0"/>
          </a:p>
          <a:p>
            <a:pPr lvl="2"/>
            <a:r>
              <a:rPr lang="en-US" sz="2000" dirty="0">
                <a:hlinkClick r:id="rId5"/>
              </a:rPr>
              <a:t>Size and Color by Hubs: Without USA</a:t>
            </a:r>
            <a:endParaRPr lang="en-US" sz="2000" dirty="0"/>
          </a:p>
          <a:p>
            <a:pPr lvl="2"/>
            <a:r>
              <a:rPr lang="en-US" sz="2000" dirty="0">
                <a:hlinkClick r:id="rId6"/>
              </a:rPr>
              <a:t>Size and Color by Authority: With USA</a:t>
            </a:r>
            <a:endParaRPr lang="en-US" sz="2000" dirty="0"/>
          </a:p>
          <a:p>
            <a:pPr lvl="2"/>
            <a:r>
              <a:rPr lang="en-US" sz="2000" dirty="0">
                <a:hlinkClick r:id="rId7"/>
              </a:rPr>
              <a:t>Size and Color by Authority: Without USA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722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EF14-21CA-2270-06AF-6C8BB91D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3A46-C1A2-B6D6-C557-59F3D2743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Increased Migration across 30 years</a:t>
            </a:r>
          </a:p>
          <a:p>
            <a:pPr lvl="1"/>
            <a:r>
              <a:rPr lang="en-US" dirty="0"/>
              <a:t>Nearly doubled rate, per this dataset.</a:t>
            </a:r>
          </a:p>
          <a:p>
            <a:r>
              <a:rPr lang="en-US" dirty="0"/>
              <a:t>Flip-floppers</a:t>
            </a:r>
          </a:p>
          <a:p>
            <a:pPr lvl="1"/>
            <a:r>
              <a:rPr lang="en-US" dirty="0"/>
              <a:t>Authority to Hub (receiver to sender)</a:t>
            </a:r>
          </a:p>
          <a:p>
            <a:pPr lvl="2"/>
            <a:r>
              <a:rPr lang="en-US" dirty="0"/>
              <a:t>Venezuela</a:t>
            </a:r>
          </a:p>
          <a:p>
            <a:pPr lvl="2"/>
            <a:r>
              <a:rPr lang="en-US" dirty="0"/>
              <a:t>Colombia (</a:t>
            </a:r>
            <a:r>
              <a:rPr lang="en-US" dirty="0" err="1"/>
              <a:t>kinda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Hub to Authority (sender to receiver)</a:t>
            </a:r>
          </a:p>
          <a:p>
            <a:pPr lvl="2"/>
            <a:r>
              <a:rPr lang="en-US" dirty="0"/>
              <a:t>Chile</a:t>
            </a:r>
          </a:p>
          <a:p>
            <a:pPr lvl="1"/>
            <a:r>
              <a:rPr lang="en-US" dirty="0"/>
              <a:t>Steady-Giants</a:t>
            </a:r>
          </a:p>
          <a:p>
            <a:pPr lvl="2"/>
            <a:r>
              <a:rPr lang="en-US" dirty="0"/>
              <a:t>Canada</a:t>
            </a:r>
          </a:p>
          <a:p>
            <a:pPr lvl="2"/>
            <a:r>
              <a:rPr lang="en-US" dirty="0"/>
              <a:t>USA</a:t>
            </a:r>
          </a:p>
          <a:p>
            <a:pPr lvl="1"/>
            <a:r>
              <a:rPr lang="en-US" dirty="0"/>
              <a:t>Balancing information vs clarity in network figures</a:t>
            </a:r>
          </a:p>
          <a:p>
            <a:pPr lvl="2"/>
            <a:endParaRPr lang="en-US" dirty="0"/>
          </a:p>
        </p:txBody>
      </p:sp>
      <p:pic>
        <p:nvPicPr>
          <p:cNvPr id="3074" name="Picture 2" descr="Thumbnail Image an image of the globe with network lines connecting it">
            <a:extLst>
              <a:ext uri="{FF2B5EF4-FFF2-40B4-BE49-F238E27FC236}">
                <a16:creationId xmlns:a16="http://schemas.microsoft.com/office/drawing/2014/main" id="{047FD6D8-D650-784A-03B2-EB517C8C1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298" y="842963"/>
            <a:ext cx="4396302" cy="439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05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D5FA-79B7-4F6D-815F-27809BF8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D39B-6C09-B806-01E2-48CB83F38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QuAP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assess if one year’s arrangement of edges and vertexes predicts the next/subsequent year’s network</a:t>
            </a:r>
          </a:p>
          <a:p>
            <a:r>
              <a:rPr lang="en-US" dirty="0"/>
              <a:t>Correlation tests</a:t>
            </a:r>
          </a:p>
          <a:p>
            <a:pPr lvl="1"/>
            <a:r>
              <a:rPr lang="en-US" dirty="0"/>
              <a:t>Initial assessment found “in” vs “out” to be negatively correlated (intuitive)</a:t>
            </a:r>
          </a:p>
          <a:p>
            <a:r>
              <a:rPr lang="en-US" dirty="0"/>
              <a:t>Regression or T-Test based on…</a:t>
            </a:r>
          </a:p>
          <a:p>
            <a:pPr lvl="1"/>
            <a:r>
              <a:rPr lang="en-US" dirty="0"/>
              <a:t>Time-point (i.e. year)</a:t>
            </a:r>
          </a:p>
          <a:p>
            <a:pPr lvl="1"/>
            <a:r>
              <a:rPr lang="en-US" dirty="0"/>
              <a:t>Political ideology at given time-point</a:t>
            </a:r>
          </a:p>
          <a:p>
            <a:pPr lvl="1"/>
            <a:r>
              <a:rPr lang="en-US" dirty="0"/>
              <a:t>GDP (either raw, or based on status of “growing” or “shrinking”)</a:t>
            </a:r>
          </a:p>
          <a:p>
            <a:pPr lvl="1"/>
            <a:r>
              <a:rPr lang="en-US" dirty="0"/>
              <a:t>Presence of violence and/or climate crisis at given time-point</a:t>
            </a:r>
          </a:p>
          <a:p>
            <a:r>
              <a:rPr lang="en-US" dirty="0"/>
              <a:t>Additional thoughts??</a:t>
            </a:r>
          </a:p>
        </p:txBody>
      </p:sp>
    </p:spTree>
    <p:extLst>
      <p:ext uri="{BB962C8B-B14F-4D97-AF65-F5344CB8AC3E}">
        <p14:creationId xmlns:p14="http://schemas.microsoft.com/office/powerpoint/2010/main" val="384873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oise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204</TotalTime>
  <Words>908</Words>
  <Application>Microsoft Office PowerPoint</Application>
  <PresentationFormat>Widescreen</PresentationFormat>
  <Paragraphs>109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Goudy Old Style</vt:lpstr>
      <vt:lpstr>Univers Light</vt:lpstr>
      <vt:lpstr>Wingdings</vt:lpstr>
      <vt:lpstr>PoiseVTI</vt:lpstr>
      <vt:lpstr>Migration in Latin america</vt:lpstr>
      <vt:lpstr>Migration</vt:lpstr>
      <vt:lpstr>Migration</vt:lpstr>
      <vt:lpstr>Proposal</vt:lpstr>
      <vt:lpstr>Data and Methods</vt:lpstr>
      <vt:lpstr>Data and Methods: cleaning</vt:lpstr>
      <vt:lpstr>Data and Methods: Plotting</vt:lpstr>
      <vt:lpstr>Results: Simplified-Binary Edges</vt:lpstr>
      <vt:lpstr>Results: Edge width scaled</vt:lpstr>
      <vt:lpstr>Take-aways</vt:lpstr>
      <vt:lpstr>Next Steps</vt:lpstr>
    </vt:vector>
  </TitlesOfParts>
  <Company>Oregon Health and Science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Hebl Jr, Joey</dc:creator>
  <cp:lastModifiedBy>Hebl Jr, Joey</cp:lastModifiedBy>
  <cp:revision>1</cp:revision>
  <dcterms:created xsi:type="dcterms:W3CDTF">2024-12-11T17:30:06Z</dcterms:created>
  <dcterms:modified xsi:type="dcterms:W3CDTF">2024-12-11T20:54:17Z</dcterms:modified>
</cp:coreProperties>
</file>